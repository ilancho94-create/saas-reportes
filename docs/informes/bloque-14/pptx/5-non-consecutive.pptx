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NON-CONSECUTIVE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W10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5495544"/>
            <a:ext cx="1097280" cy="182880"/>
          </a:xfrm>
          <a:prstGeom prst="rect">
            <a:avLst>
              <a:gd name="adj" fmla="val 25000"/>
            </a:avLst>
          </a:prstGeom>
          <a:solidFill>
            <a:srgbClr val="1A23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513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non-consecutive · W12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12188952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1196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1196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1196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9728" y="1682496"/>
            <a:ext cx="1097280" cy="182880"/>
          </a:xfrm>
          <a:prstGeom prst="rect">
            <a:avLst>
              <a:gd name="adj" fmla="val 25000"/>
            </a:avLst>
          </a:prstGeom>
          <a:solidFill>
            <a:srgbClr val="1A23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1700784"/>
            <a:ext cx="1196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+0.0pp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0332720" y="46634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non-consecutive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 semanas consecutivas para este análisis.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1164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sección Costo de Uso necesita un período continuo para reconstruir el consumo. Las demás secciones no se ven afectadas.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seleccionadas: 2026-W10, 2026-W12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