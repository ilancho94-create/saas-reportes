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COMPLETE-NET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W10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5495544"/>
            <a:ext cx="1097280" cy="182880"/>
          </a:xfrm>
          <a:prstGeom prst="rect">
            <a:avLst>
              <a:gd name="adj" fmla="val 25000"/>
            </a:avLst>
          </a:prstGeom>
          <a:solidFill>
            <a:srgbClr val="1A23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513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complete-net · W11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6094476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58658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5865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9728" y="1682496"/>
            <a:ext cx="1097280" cy="182880"/>
          </a:xfrm>
          <a:prstGeom prst="rect">
            <a:avLst>
              <a:gd name="adj" fmla="val 25000"/>
            </a:avLst>
          </a:prstGeom>
          <a:solidFill>
            <a:srgbClr val="1A23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1700784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+0.4pp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94476" y="777240"/>
            <a:ext cx="6094476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636" y="886968"/>
            <a:ext cx="58658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31636" y="1051560"/>
            <a:ext cx="5865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31636" y="1536192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04204" y="1682496"/>
            <a:ext cx="1097280" cy="182880"/>
          </a:xfrm>
          <a:prstGeom prst="rect">
            <a:avLst>
              <a:gd name="adj" fmla="val 25000"/>
            </a:avLst>
          </a:prstGeom>
          <a:solidFill>
            <a:srgbClr val="1A23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1636" y="1700784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+0.3pp</a:t>
            </a:r>
            <a:endParaRPr lang="en-US" sz="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0332720" y="4663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complete-net · 2026-W10 → 2026-W11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REAL A&amp;B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$2,020 uso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47238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398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P.MIX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84398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84398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$1,870 teórico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94476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1636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$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31636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+$150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1714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8874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A&amp;B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278874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8874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período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656832" cy="210312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0" y="1993392"/>
            <a:ext cx="5074920" cy="21031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" y="4169664"/>
            <a:ext cx="11914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CATEGORÍA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972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0972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972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1237183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237183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243779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43779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54751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Beverage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54751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254751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67497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7497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2547518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487558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7558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8530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98530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498530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611276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11276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731337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31337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42309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42309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742309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855055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855055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742309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55" name="Shape 51"/>
          <p:cNvSpPr/>
          <p:nvPr/>
        </p:nvSpPr>
        <p:spPr>
          <a:xfrm>
            <a:off x="9751162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751162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860890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9860890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9860890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10988345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10988345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62" name="Text 58"/>
          <p:cNvSpPr/>
          <p:nvPr/>
        </p:nvSpPr>
        <p:spPr>
          <a:xfrm>
            <a:off x="9860890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137160" y="5806440"/>
            <a:ext cx="11914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ventas: Ventas netas. Corresponde al toggle "+Desc. Op." OFF de la UI.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