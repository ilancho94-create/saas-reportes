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CRITICAL-ERROR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SEMANAL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W40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64992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LABOR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152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72784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COGS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9944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80576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317736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5836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X-Ray · DineWise Solutions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 / COMPRAS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critical-error · W40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12188952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1196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1196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1196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172200" cy="197510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520" y="1993392"/>
            <a:ext cx="5321808" cy="197510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" y="4041648"/>
            <a:ext cx="9985248" cy="20299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241280" y="4041648"/>
            <a:ext cx="1828800" cy="960120"/>
          </a:xfrm>
          <a:prstGeom prst="rect">
            <a:avLst>
              <a:gd name="adj" fmla="val 7619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332720" y="4133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COGS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1033272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USO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critical-error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pudo calcular: falló la carga de información necesaria.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324612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Intenta la exportación de nuevo o revisa la conexión. Las demás secciones del documento no se ven afectadas.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Restaurant X-Ray · DineWise Solutions</dc:creator>
  <cp:lastModifiedBy>Restaurant X-Ray · DineWise Solutions</cp:lastModifiedBy>
  <cp:revision>1</cp:revision>
  <dcterms:created xsi:type="dcterms:W3CDTF">2026-09-06T10:54:01Z</dcterms:created>
  <dcterms:modified xsi:type="dcterms:W3CDTF">2026-09-06T10:54:01Z</dcterms:modified>
</cp:coreProperties>
</file>