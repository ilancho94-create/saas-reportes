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CONTEXT-INSUFFICIENT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W45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context-insufficient · W45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12188952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119603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11960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119603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context-insufficient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743200"/>
            <a:ext cx="1164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insuficiente para calcular Costo de Uso.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11640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pudimos localizar el inventario inicial de referencia dentro del límite de búsqueda. Selecciona un rango con un inventario anterior más cercano o carga uno adicional antes de la selección. Las demás secciones del documento no se ven afectadas.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