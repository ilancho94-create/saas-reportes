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112745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— NO-OP-DAYS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SEMANAL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W30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4434840"/>
            <a:ext cx="11274552" cy="0"/>
          </a:xfrm>
          <a:prstGeom prst="line">
            <a:avLst/>
          </a:prstGeom>
          <a:noFill/>
          <a:ln w="12700">
            <a:solidFill>
              <a:srgbClr val="2D37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617720"/>
            <a:ext cx="2788920" cy="1115568"/>
          </a:xfrm>
          <a:prstGeom prst="rect">
            <a:avLst>
              <a:gd name="adj" fmla="val 655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4727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NETAS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94360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64992" y="4617720"/>
            <a:ext cx="2788920" cy="1115568"/>
          </a:xfrm>
          <a:prstGeom prst="rect">
            <a:avLst>
              <a:gd name="adj" fmla="val 655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4727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LABOR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502152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72784" y="4617720"/>
            <a:ext cx="2788920" cy="1115568"/>
          </a:xfrm>
          <a:prstGeom prst="rect">
            <a:avLst>
              <a:gd name="adj" fmla="val 655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4727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COGS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409944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80576" y="4617720"/>
            <a:ext cx="2788920" cy="1115568"/>
          </a:xfrm>
          <a:prstGeom prst="rect">
            <a:avLst>
              <a:gd name="adj" fmla="val 655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17736" y="4727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9317736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" y="658368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X-Ray · DineWise Solutions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400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COST / COMPRAS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0" y="20116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— no-op-days · W30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777240"/>
            <a:ext cx="12188952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886968"/>
            <a:ext cx="1196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37160" y="1051560"/>
            <a:ext cx="1196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" y="1536192"/>
            <a:ext cx="119603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7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160" y="1993392"/>
            <a:ext cx="6172200" cy="1975104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46520" y="1993392"/>
            <a:ext cx="5321808" cy="1975104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160" y="4041648"/>
            <a:ext cx="9985248" cy="202996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0241280" y="4041648"/>
            <a:ext cx="1828800" cy="960120"/>
          </a:xfrm>
          <a:prstGeom prst="rect">
            <a:avLst>
              <a:gd name="adj" fmla="val 7619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0332720" y="413308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COGS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10332720" y="4297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400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DE USO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0" y="20116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— no-op-days · 2026-W30 → 2026-W30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777240"/>
            <a:ext cx="3047238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886968"/>
            <a:ext cx="281863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COSTO REAL A&amp;B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37160" y="1051560"/>
            <a:ext cx="28186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" y="1536192"/>
            <a:ext cx="28186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 uso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047238" y="777240"/>
            <a:ext cx="3047238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4398" y="886968"/>
            <a:ext cx="281863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COSTO P.MIX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184398" y="1051560"/>
            <a:ext cx="28186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184398" y="1536192"/>
            <a:ext cx="28186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$480 teórico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094476" y="777240"/>
            <a:ext cx="3047238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1636" y="886968"/>
            <a:ext cx="281863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VARIACIÓN $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231636" y="1051560"/>
            <a:ext cx="28186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+$120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41714" y="777240"/>
            <a:ext cx="3047238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78874" y="886968"/>
            <a:ext cx="281863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A&amp;B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9278874" y="1051560"/>
            <a:ext cx="28186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278874" y="1536192"/>
            <a:ext cx="28186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período</a:t>
            </a:r>
            <a:endParaRPr lang="en-US" sz="7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160" y="1993392"/>
            <a:ext cx="6656832" cy="2103120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49440" y="1993392"/>
            <a:ext cx="5074920" cy="21031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37160" y="4169664"/>
            <a:ext cx="11914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POR CATEGORÍA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0" y="4343400"/>
            <a:ext cx="2382926" cy="1389888"/>
          </a:xfrm>
          <a:prstGeom prst="rect">
            <a:avLst>
              <a:gd name="adj" fmla="val 394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0" y="4343400"/>
            <a:ext cx="2382926" cy="73152"/>
          </a:xfrm>
          <a:prstGeom prst="rect">
            <a:avLst>
              <a:gd name="adj" fmla="val 625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09728" y="4425696"/>
            <a:ext cx="2254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109728" y="4626864"/>
            <a:ext cx="22549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12.0%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109728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700" dirty="0"/>
          </a:p>
        </p:txBody>
      </p:sp>
      <p:sp>
        <p:nvSpPr>
          <p:cNvPr id="30" name="Text 26"/>
          <p:cNvSpPr/>
          <p:nvPr/>
        </p:nvSpPr>
        <p:spPr>
          <a:xfrm>
            <a:off x="1237183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9.6%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237183" y="5138928"/>
            <a:ext cx="1127455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P.Mix</a:t>
            </a:r>
            <a:endParaRPr lang="en-US" sz="650" dirty="0"/>
          </a:p>
        </p:txBody>
      </p:sp>
      <p:sp>
        <p:nvSpPr>
          <p:cNvPr id="32" name="Shape 28"/>
          <p:cNvSpPr/>
          <p:nvPr/>
        </p:nvSpPr>
        <p:spPr>
          <a:xfrm>
            <a:off x="2437790" y="4343400"/>
            <a:ext cx="2382926" cy="1389888"/>
          </a:xfrm>
          <a:prstGeom prst="rect">
            <a:avLst>
              <a:gd name="adj" fmla="val 394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2437790" y="4343400"/>
            <a:ext cx="2382926" cy="73152"/>
          </a:xfrm>
          <a:prstGeom prst="rect">
            <a:avLst>
              <a:gd name="adj" fmla="val 625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2547518" y="4425696"/>
            <a:ext cx="2254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Beverage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2547518" y="4626864"/>
            <a:ext cx="22549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2547518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700" dirty="0"/>
          </a:p>
        </p:txBody>
      </p:sp>
      <p:sp>
        <p:nvSpPr>
          <p:cNvPr id="37" name="Text 33"/>
          <p:cNvSpPr/>
          <p:nvPr/>
        </p:nvSpPr>
        <p:spPr>
          <a:xfrm>
            <a:off x="3674974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3674974" y="5138928"/>
            <a:ext cx="1127455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P.Mix</a:t>
            </a:r>
            <a:endParaRPr lang="en-US" sz="650" dirty="0"/>
          </a:p>
        </p:txBody>
      </p:sp>
      <p:sp>
        <p:nvSpPr>
          <p:cNvPr id="39" name="Text 35"/>
          <p:cNvSpPr/>
          <p:nvPr/>
        </p:nvSpPr>
        <p:spPr>
          <a:xfrm>
            <a:off x="2547518" y="5358384"/>
            <a:ext cx="22183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no calculable · ventas iguales a cero</a:t>
            </a:r>
            <a:endParaRPr lang="en-US" sz="650" dirty="0"/>
          </a:p>
        </p:txBody>
      </p:sp>
      <p:sp>
        <p:nvSpPr>
          <p:cNvPr id="40" name="Shape 36"/>
          <p:cNvSpPr/>
          <p:nvPr/>
        </p:nvSpPr>
        <p:spPr>
          <a:xfrm>
            <a:off x="4875581" y="4343400"/>
            <a:ext cx="2382926" cy="1389888"/>
          </a:xfrm>
          <a:prstGeom prst="rect">
            <a:avLst>
              <a:gd name="adj" fmla="val 394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875581" y="4343400"/>
            <a:ext cx="2382926" cy="73152"/>
          </a:xfrm>
          <a:prstGeom prst="rect">
            <a:avLst>
              <a:gd name="adj" fmla="val 62500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985309" y="4425696"/>
            <a:ext cx="2254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Liquor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4985309" y="4626864"/>
            <a:ext cx="22549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00" dirty="0"/>
          </a:p>
        </p:txBody>
      </p:sp>
      <p:sp>
        <p:nvSpPr>
          <p:cNvPr id="44" name="Text 40"/>
          <p:cNvSpPr/>
          <p:nvPr/>
        </p:nvSpPr>
        <p:spPr>
          <a:xfrm>
            <a:off x="4985309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700" dirty="0"/>
          </a:p>
        </p:txBody>
      </p:sp>
      <p:sp>
        <p:nvSpPr>
          <p:cNvPr id="45" name="Text 41"/>
          <p:cNvSpPr/>
          <p:nvPr/>
        </p:nvSpPr>
        <p:spPr>
          <a:xfrm>
            <a:off x="6112764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6112764" y="5138928"/>
            <a:ext cx="1127455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P.Mix</a:t>
            </a:r>
            <a:endParaRPr lang="en-US" sz="650" dirty="0"/>
          </a:p>
        </p:txBody>
      </p:sp>
      <p:sp>
        <p:nvSpPr>
          <p:cNvPr id="47" name="Text 43"/>
          <p:cNvSpPr/>
          <p:nvPr/>
        </p:nvSpPr>
        <p:spPr>
          <a:xfrm>
            <a:off x="4985309" y="5358384"/>
            <a:ext cx="22183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no calculable · ventas iguales a cero</a:t>
            </a:r>
            <a:endParaRPr lang="en-US" sz="650" dirty="0"/>
          </a:p>
        </p:txBody>
      </p:sp>
      <p:sp>
        <p:nvSpPr>
          <p:cNvPr id="48" name="Shape 44"/>
          <p:cNvSpPr/>
          <p:nvPr/>
        </p:nvSpPr>
        <p:spPr>
          <a:xfrm>
            <a:off x="7313371" y="4343400"/>
            <a:ext cx="2382926" cy="1389888"/>
          </a:xfrm>
          <a:prstGeom prst="rect">
            <a:avLst>
              <a:gd name="adj" fmla="val 394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7313371" y="4343400"/>
            <a:ext cx="2382926" cy="73152"/>
          </a:xfrm>
          <a:prstGeom prst="rect">
            <a:avLst>
              <a:gd name="adj" fmla="val 62500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7423099" y="4425696"/>
            <a:ext cx="2254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Beer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7423099" y="4626864"/>
            <a:ext cx="22549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00" dirty="0"/>
          </a:p>
        </p:txBody>
      </p:sp>
      <p:sp>
        <p:nvSpPr>
          <p:cNvPr id="52" name="Text 48"/>
          <p:cNvSpPr/>
          <p:nvPr/>
        </p:nvSpPr>
        <p:spPr>
          <a:xfrm>
            <a:off x="7423099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700" dirty="0"/>
          </a:p>
        </p:txBody>
      </p:sp>
      <p:sp>
        <p:nvSpPr>
          <p:cNvPr id="53" name="Text 49"/>
          <p:cNvSpPr/>
          <p:nvPr/>
        </p:nvSpPr>
        <p:spPr>
          <a:xfrm>
            <a:off x="8550554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8550554" y="5138928"/>
            <a:ext cx="1127455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P.Mix</a:t>
            </a:r>
            <a:endParaRPr lang="en-US" sz="650" dirty="0"/>
          </a:p>
        </p:txBody>
      </p:sp>
      <p:sp>
        <p:nvSpPr>
          <p:cNvPr id="55" name="Text 51"/>
          <p:cNvSpPr/>
          <p:nvPr/>
        </p:nvSpPr>
        <p:spPr>
          <a:xfrm>
            <a:off x="7423099" y="5358384"/>
            <a:ext cx="22183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no calculable · ventas iguales a cero</a:t>
            </a:r>
            <a:endParaRPr lang="en-US" sz="650" dirty="0"/>
          </a:p>
        </p:txBody>
      </p:sp>
      <p:sp>
        <p:nvSpPr>
          <p:cNvPr id="56" name="Shape 52"/>
          <p:cNvSpPr/>
          <p:nvPr/>
        </p:nvSpPr>
        <p:spPr>
          <a:xfrm>
            <a:off x="9751162" y="4343400"/>
            <a:ext cx="2382926" cy="1389888"/>
          </a:xfrm>
          <a:prstGeom prst="rect">
            <a:avLst>
              <a:gd name="adj" fmla="val 394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9751162" y="4343400"/>
            <a:ext cx="2382926" cy="73152"/>
          </a:xfrm>
          <a:prstGeom prst="rect">
            <a:avLst>
              <a:gd name="adj" fmla="val 625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9860890" y="4425696"/>
            <a:ext cx="2254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</a:t>
            </a:r>
            <a:endParaRPr lang="en-US" sz="800" dirty="0"/>
          </a:p>
        </p:txBody>
      </p:sp>
      <p:sp>
        <p:nvSpPr>
          <p:cNvPr id="59" name="Text 55"/>
          <p:cNvSpPr/>
          <p:nvPr/>
        </p:nvSpPr>
        <p:spPr>
          <a:xfrm>
            <a:off x="9860890" y="4626864"/>
            <a:ext cx="22549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00" dirty="0"/>
          </a:p>
        </p:txBody>
      </p:sp>
      <p:sp>
        <p:nvSpPr>
          <p:cNvPr id="60" name="Text 56"/>
          <p:cNvSpPr/>
          <p:nvPr/>
        </p:nvSpPr>
        <p:spPr>
          <a:xfrm>
            <a:off x="9860890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700" dirty="0"/>
          </a:p>
        </p:txBody>
      </p:sp>
      <p:sp>
        <p:nvSpPr>
          <p:cNvPr id="61" name="Text 57"/>
          <p:cNvSpPr/>
          <p:nvPr/>
        </p:nvSpPr>
        <p:spPr>
          <a:xfrm>
            <a:off x="10988345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62" name="Text 58"/>
          <p:cNvSpPr/>
          <p:nvPr/>
        </p:nvSpPr>
        <p:spPr>
          <a:xfrm>
            <a:off x="10988345" y="5138928"/>
            <a:ext cx="1127455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P.Mix</a:t>
            </a:r>
            <a:endParaRPr lang="en-US" sz="650" dirty="0"/>
          </a:p>
        </p:txBody>
      </p:sp>
      <p:sp>
        <p:nvSpPr>
          <p:cNvPr id="63" name="Text 59"/>
          <p:cNvSpPr/>
          <p:nvPr/>
        </p:nvSpPr>
        <p:spPr>
          <a:xfrm>
            <a:off x="9860890" y="5358384"/>
            <a:ext cx="22183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no calculable · ventas iguales a cero</a:t>
            </a:r>
            <a:endParaRPr lang="en-US" sz="650" dirty="0"/>
          </a:p>
        </p:txBody>
      </p:sp>
      <p:sp>
        <p:nvSpPr>
          <p:cNvPr id="64" name="Text 60"/>
          <p:cNvSpPr/>
          <p:nvPr/>
        </p:nvSpPr>
        <p:spPr>
          <a:xfrm>
            <a:off x="137160" y="5806440"/>
            <a:ext cx="11914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Faltan días de operación: "días de inventario" queda como no calculable en esta exportación.</a:t>
            </a:r>
            <a:endParaRPr lang="en-US" sz="700" dirty="0"/>
          </a:p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Base de ventas: Ventas netas. Corresponde al toggle "+Desc. Op." OFF de la UI.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Restaurant X-Ray · DineWise Solutions</dc:creator>
  <cp:lastModifiedBy>Restaurant X-Ray · DineWise Solutions</cp:lastModifiedBy>
  <cp:revision>1</cp:revision>
  <dcterms:created xsi:type="dcterms:W3CDTF">2026-09-06T10:54:01Z</dcterms:created>
  <dcterms:modified xsi:type="dcterms:W3CDTF">2026-09-06T10:54:01Z</dcterms:modified>
</cp:coreProperties>
</file>