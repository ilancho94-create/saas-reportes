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112745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COMPLETE-GROSS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SEMANAL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W20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11274552" cy="0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NETAS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94360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64992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LABOR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02152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72784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COGS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409944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80576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17736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317736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$8,000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658368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X-Ray · DineWise Solutions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COST / COMPRAS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0" y="2011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complete-gross · W20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777240"/>
            <a:ext cx="12188952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886968"/>
            <a:ext cx="1196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7160" y="1051560"/>
            <a:ext cx="1196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" y="1536192"/>
            <a:ext cx="11960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7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" y="1993392"/>
            <a:ext cx="6172200" cy="1975104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6520" y="1993392"/>
            <a:ext cx="5321808" cy="1975104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160" y="4041648"/>
            <a:ext cx="9985248" cy="202996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0241280" y="4041648"/>
            <a:ext cx="1828800" cy="960120"/>
          </a:xfrm>
          <a:prstGeom prst="rect">
            <a:avLst>
              <a:gd name="adj" fmla="val 7619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0332720" y="41330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COGS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1033272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 USO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0" y="2011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complete-gross · 2026-W20 → 2026-W20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777240"/>
            <a:ext cx="3047238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886968"/>
            <a:ext cx="28186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COSTO REAL A&amp;B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7160" y="1051560"/>
            <a:ext cx="28186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" y="1536192"/>
            <a:ext cx="28186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 uso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047238" y="777240"/>
            <a:ext cx="3047238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4398" y="886968"/>
            <a:ext cx="28186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COSTO P.MIX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184398" y="1051560"/>
            <a:ext cx="28186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84398" y="1536192"/>
            <a:ext cx="28186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$480 teórico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094476" y="777240"/>
            <a:ext cx="3047238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1636" y="886968"/>
            <a:ext cx="28186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VARIACIÓN $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231636" y="1051560"/>
            <a:ext cx="28186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+$120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1714" y="777240"/>
            <a:ext cx="3047238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78874" y="886968"/>
            <a:ext cx="28186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A&amp;B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278874" y="1051560"/>
            <a:ext cx="28186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$8,500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78874" y="1536192"/>
            <a:ext cx="28186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período</a:t>
            </a:r>
            <a:endParaRPr lang="en-US" sz="7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" y="1993392"/>
            <a:ext cx="6656832" cy="2103120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9440" y="1993392"/>
            <a:ext cx="5074920" cy="21031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37160" y="4169664"/>
            <a:ext cx="11914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POR CATEGORÍA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0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0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9728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109728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109728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1237183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237183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32" name="Shape 28"/>
          <p:cNvSpPr/>
          <p:nvPr/>
        </p:nvSpPr>
        <p:spPr>
          <a:xfrm>
            <a:off x="2437790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437790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547518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Beverage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2547518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2547518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3674974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3674974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2547518" y="53583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calculable · ventas iguales a cero</a:t>
            </a:r>
            <a:endParaRPr lang="en-US" sz="650" dirty="0"/>
          </a:p>
        </p:txBody>
      </p:sp>
      <p:sp>
        <p:nvSpPr>
          <p:cNvPr id="40" name="Shape 36"/>
          <p:cNvSpPr/>
          <p:nvPr/>
        </p:nvSpPr>
        <p:spPr>
          <a:xfrm>
            <a:off x="4875581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875581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985309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Liquor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4985309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44" name="Text 40"/>
          <p:cNvSpPr/>
          <p:nvPr/>
        </p:nvSpPr>
        <p:spPr>
          <a:xfrm>
            <a:off x="4985309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45" name="Text 41"/>
          <p:cNvSpPr/>
          <p:nvPr/>
        </p:nvSpPr>
        <p:spPr>
          <a:xfrm>
            <a:off x="6112764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112764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47" name="Text 43"/>
          <p:cNvSpPr/>
          <p:nvPr/>
        </p:nvSpPr>
        <p:spPr>
          <a:xfrm>
            <a:off x="4985309" y="53583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calculable · ventas iguales a cero</a:t>
            </a:r>
            <a:endParaRPr lang="en-US" sz="650" dirty="0"/>
          </a:p>
        </p:txBody>
      </p:sp>
      <p:sp>
        <p:nvSpPr>
          <p:cNvPr id="48" name="Shape 44"/>
          <p:cNvSpPr/>
          <p:nvPr/>
        </p:nvSpPr>
        <p:spPr>
          <a:xfrm>
            <a:off x="7313371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313371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7423099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Beer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7423099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52" name="Text 48"/>
          <p:cNvSpPr/>
          <p:nvPr/>
        </p:nvSpPr>
        <p:spPr>
          <a:xfrm>
            <a:off x="7423099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53" name="Text 49"/>
          <p:cNvSpPr/>
          <p:nvPr/>
        </p:nvSpPr>
        <p:spPr>
          <a:xfrm>
            <a:off x="8550554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8550554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55" name="Text 51"/>
          <p:cNvSpPr/>
          <p:nvPr/>
        </p:nvSpPr>
        <p:spPr>
          <a:xfrm>
            <a:off x="7423099" y="53583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calculable · ventas iguales a cero</a:t>
            </a:r>
            <a:endParaRPr lang="en-US" sz="650" dirty="0"/>
          </a:p>
        </p:txBody>
      </p:sp>
      <p:sp>
        <p:nvSpPr>
          <p:cNvPr id="56" name="Shape 52"/>
          <p:cNvSpPr/>
          <p:nvPr/>
        </p:nvSpPr>
        <p:spPr>
          <a:xfrm>
            <a:off x="9751162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9751162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9860890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9860890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60" name="Text 56"/>
          <p:cNvSpPr/>
          <p:nvPr/>
        </p:nvSpPr>
        <p:spPr>
          <a:xfrm>
            <a:off x="9860890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61" name="Text 57"/>
          <p:cNvSpPr/>
          <p:nvPr/>
        </p:nvSpPr>
        <p:spPr>
          <a:xfrm>
            <a:off x="10988345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62" name="Text 58"/>
          <p:cNvSpPr/>
          <p:nvPr/>
        </p:nvSpPr>
        <p:spPr>
          <a:xfrm>
            <a:off x="10988345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63" name="Text 59"/>
          <p:cNvSpPr/>
          <p:nvPr/>
        </p:nvSpPr>
        <p:spPr>
          <a:xfrm>
            <a:off x="9860890" y="53583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calculable · ventas iguales a cero</a:t>
            </a:r>
            <a:endParaRPr lang="en-US" sz="650" dirty="0"/>
          </a:p>
        </p:txBody>
      </p:sp>
      <p:sp>
        <p:nvSpPr>
          <p:cNvPr id="64" name="Text 60"/>
          <p:cNvSpPr/>
          <p:nvPr/>
        </p:nvSpPr>
        <p:spPr>
          <a:xfrm>
            <a:off x="137160" y="5806440"/>
            <a:ext cx="11914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 de ventas: Ventas brutas (net + diferencia completa net→gross; NO aísla descuentos operativos). Corresponde al toggle "+Desc. Op." ON de la UI.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DESCUENTOS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0" y="2011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complete-gross · W20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777240"/>
            <a:ext cx="2437790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886968"/>
            <a:ext cx="22091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DESCUENTOS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7160" y="1051560"/>
            <a:ext cx="22091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37790" y="777240"/>
            <a:ext cx="2437790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4950" y="886968"/>
            <a:ext cx="22091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VENTAS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574950" y="1051560"/>
            <a:ext cx="22091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875581" y="777240"/>
            <a:ext cx="2437790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2741" y="886968"/>
            <a:ext cx="22091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012741" y="1051560"/>
            <a:ext cx="22091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3371" y="777240"/>
            <a:ext cx="2437790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0531" y="886968"/>
            <a:ext cx="22091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TOTAL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450531" y="1051560"/>
            <a:ext cx="22091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751162" y="777240"/>
            <a:ext cx="2437790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88322" y="886968"/>
            <a:ext cx="220919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888322" y="1051560"/>
            <a:ext cx="22091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37160" y="1993392"/>
            <a:ext cx="11914632" cy="246888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05740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DESCUENTO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937760" y="205740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583680" y="20574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MONTO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686800" y="205740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TOTAL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37160" y="2240280"/>
            <a:ext cx="11914632" cy="27432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231343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Meal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37760" y="23134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83680" y="231343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86800" y="231343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424160" y="2322576"/>
            <a:ext cx="2286000" cy="128016"/>
          </a:xfrm>
          <a:prstGeom prst="rect">
            <a:avLst>
              <a:gd name="adj" fmla="val 21429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Restaurant X-Ray · DineWise Solutions</dc:creator>
  <cp:lastModifiedBy>Restaurant X-Ray · DineWise Solutions</cp:lastModifiedBy>
  <cp:revision>1</cp:revision>
  <dcterms:created xsi:type="dcterms:W3CDTF">2026-09-06T10:54:01Z</dcterms:created>
  <dcterms:modified xsi:type="dcterms:W3CDTF">2026-09-06T10:54:01Z</dcterms:modified>
</cp:coreProperties>
</file>